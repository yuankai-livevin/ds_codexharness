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9FAFB"/>
                </a:solidFill>
                <a:latin typeface="Microsoft YaHei"/>
              </a:rPr>
              <a:t>销售月报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DB2B8"/>
                </a:solidFill>
                <a:latin typeface="Microsoft YaHei"/>
              </a:rPr>
              <a:t>数据来源：销售汇总.xlsx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9FAFB"/>
                </a:solidFill>
                <a:latin typeface="Microsoft YaHei"/>
              </a:rPr>
              <a:t>数据明细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783080" cy="384048"/>
          </a:xfrm>
          <a:prstGeom prst="rect">
            <a:avLst/>
          </a:prstGeom>
          <a:solidFill>
            <a:srgbClr val="568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9FAFB"/>
                </a:solidFill>
              </a:rPr>
              <a:t>日期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31720" y="1005840"/>
            <a:ext cx="1783080" cy="384048"/>
          </a:xfrm>
          <a:prstGeom prst="rect">
            <a:avLst/>
          </a:prstGeom>
          <a:solidFill>
            <a:srgbClr val="568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9FAFB"/>
                </a:solidFill>
              </a:rPr>
              <a:t>区域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005840"/>
            <a:ext cx="1783080" cy="384048"/>
          </a:xfrm>
          <a:prstGeom prst="rect">
            <a:avLst/>
          </a:prstGeom>
          <a:solidFill>
            <a:srgbClr val="568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9FAFB"/>
                </a:solidFill>
              </a:rPr>
              <a:t>产品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0" y="1005840"/>
            <a:ext cx="1783080" cy="384048"/>
          </a:xfrm>
          <a:prstGeom prst="rect">
            <a:avLst/>
          </a:prstGeom>
          <a:solidFill>
            <a:srgbClr val="568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9FAFB"/>
                </a:solidFill>
              </a:rPr>
              <a:t>销量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005840"/>
            <a:ext cx="1783080" cy="384048"/>
          </a:xfrm>
          <a:prstGeom prst="rect">
            <a:avLst/>
          </a:prstGeom>
          <a:solidFill>
            <a:srgbClr val="568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9FAFB"/>
                </a:solidFill>
              </a:rPr>
              <a:t>单价</a:t>
            </a:r>
          </a:p>
        </p:txBody>
      </p:sp>
      <p:sp>
        <p:nvSpPr>
          <p:cNvPr id="8" name="Rectangle 7"/>
          <p:cNvSpPr/>
          <p:nvPr/>
        </p:nvSpPr>
        <p:spPr>
          <a:xfrm>
            <a:off x="9464040" y="1005840"/>
            <a:ext cx="1783080" cy="384048"/>
          </a:xfrm>
          <a:prstGeom prst="rect">
            <a:avLst/>
          </a:prstGeom>
          <a:solidFill>
            <a:srgbClr val="568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9FAFB"/>
                </a:solidFill>
              </a:rPr>
              <a:t>销售额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89888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2025-01-15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389888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华东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389888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笔记本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389888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160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389888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5999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64040" y="1389888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959840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773936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2025-01-15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1773936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华北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773936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显示器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773936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91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1773936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1299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4040" y="1773936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118209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157984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2025-01-15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2157984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华东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2157984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笔记本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2157984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236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2157984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5999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64040" y="2157984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1415764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542032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2025-01-15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2542032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华东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2542032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笔记本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97880" y="2542032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67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2542032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5999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64040" y="2542032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401933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2926080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2025-01-15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31720" y="2926080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华北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2926080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显示器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2926080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278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2926080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1299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64040" y="2926080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361122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310128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2025-01-15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31720" y="3310128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华东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3310128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显示器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97880" y="3310128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299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3310128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1299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64040" y="3310128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388401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694176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2025-01-15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31720" y="3694176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西南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3694176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显示器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97880" y="3694176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249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0" y="3694176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1299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64040" y="3694176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323451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078224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2025-01-15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31720" y="4078224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华南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4078224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笔记本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7880" y="4078224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101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0" y="4078224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5999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64040" y="4078224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605899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462272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2025-01-15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31720" y="4462272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西南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0" y="4462272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键盘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7880" y="4462272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162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80960" y="4462272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199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64040" y="4462272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32238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4846320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2025-01-15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31720" y="4846320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华北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0" y="4846320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显示器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97880" y="4846320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192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80960" y="4846320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1299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64040" y="4846320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249408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230368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2025-01-15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331720" y="5230368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华东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14800" y="5230368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笔记本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97880" y="5230368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214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80960" y="5230368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5999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64040" y="5230368"/>
            <a:ext cx="1783080" cy="38404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1283786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5614416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2025-01-15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331720" y="5614416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华东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14800" y="5614416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键盘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897880" y="5614416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196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80960" y="5614416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199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464040" y="5614416"/>
            <a:ext cx="1783080" cy="384048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9FAFB"/>
                </a:solidFill>
              </a:rPr>
              <a:t>39004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9FAFB"/>
                </a:solidFill>
                <a:latin typeface="Microsoft YaHei"/>
              </a:rPr>
              <a:t>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DB2B8"/>
                </a:solidFill>
                <a:latin typeface="Microsoft YaHei"/>
              </a:rPr>
              <a:t>               销量           单价           销售额
count  144.000000   144.000000  1.440000e+02
mean   162.784722  2181.708333  3.473165e+05
std     78.661545  2504.203241  4.536499e+05
min     24.000000    89.000000  2.136000e+03
25%    100.750000   199.000000  2.467025e+04
50%    157.500000  1299.000000  1.545810e+05
75%    228.000000  5999.000000  4.259290e+05
max    299.000000  5999.000000  1.775704e+06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