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568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9FAFB"/>
                </a:solidFill>
                <a:latin typeface="Microsoft YaHei"/>
              </a:rPr>
              <a:t>项目汇报相册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2B8"/>
                </a:solidFill>
                <a:latin typeface="Microsoft YaHei"/>
              </a:rPr>
              <a:t>共 7 张照片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项目启动会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89" y="457200"/>
            <a:ext cx="2804769" cy="21035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7906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项目启动会</a:t>
            </a:r>
          </a:p>
        </p:txBody>
      </p:sp>
      <p:pic>
        <p:nvPicPr>
          <p:cNvPr id="4" name="Picture 3" descr="02-现场考察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936" y="457200"/>
            <a:ext cx="2804769" cy="2103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0147" y="257906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现场考察</a:t>
            </a:r>
          </a:p>
        </p:txBody>
      </p:sp>
      <p:pic>
        <p:nvPicPr>
          <p:cNvPr id="6" name="Picture 5" descr="03-团队合影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989" y="3131820"/>
            <a:ext cx="2804769" cy="2103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5368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团队合影</a:t>
            </a:r>
          </a:p>
        </p:txBody>
      </p:sp>
      <p:pic>
        <p:nvPicPr>
          <p:cNvPr id="8" name="Picture 7" descr="04-设备调试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936" y="3131820"/>
            <a:ext cx="2804769" cy="21035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0147" y="525368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设备调试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DB2B8"/>
                </a:solidFill>
                <a:latin typeface="Microsoft YaHei"/>
              </a:rPr>
              <a:t>1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测试环境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89" y="457200"/>
            <a:ext cx="2804769" cy="21035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7906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测试环境</a:t>
            </a:r>
          </a:p>
        </p:txBody>
      </p:sp>
      <p:pic>
        <p:nvPicPr>
          <p:cNvPr id="4" name="Picture 3" descr="06-上线庆祝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936" y="457200"/>
            <a:ext cx="2804769" cy="2103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0147" y="257906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上线庆祝</a:t>
            </a:r>
          </a:p>
        </p:txBody>
      </p:sp>
      <p:pic>
        <p:nvPicPr>
          <p:cNvPr id="6" name="Picture 5" descr="07-客户回访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989" y="3131820"/>
            <a:ext cx="2804769" cy="2103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53685"/>
            <a:ext cx="55243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DB2B8"/>
                </a:solidFill>
                <a:latin typeface="Microsoft YaHei"/>
              </a:rPr>
              <a:t>客户回访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DB2B8"/>
                </a:solidFill>
                <a:latin typeface="Microsoft YaHe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